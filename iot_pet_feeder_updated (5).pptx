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|  Dept. of Automation &amp; Robotics  |  PUPA 2k25-26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" y="347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IoT-Based Automatic Pet Feeder Bot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0" y="3657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Automatic Pet Feeder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0" y="40233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Remote-Controlled Dog Feeding System via Blynk &amp; ESP32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058400" y="73152"/>
            <a:ext cx="1965960" cy="502920"/>
          </a:xfrm>
          <a:prstGeom prst="rect">
            <a:avLst>
              <a:gd name="adj" fmla="val 909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0" y="1097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Showcase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" y="749808"/>
            <a:ext cx="35661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7680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 Statement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" y="1024128"/>
            <a:ext cx="3566160" cy="1078992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06070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owners who travel or work long hours often miss scheduled feeding times, leaving dogs underfed or overfed. Manual feeding is inconsistent and requires physical presence.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IoT-enabled system lets owners feed pets remotely, schedule meals, track portion sizes, and monitor food levels — from anywhere in the world.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9728" y="2212848"/>
            <a:ext cx="35661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2311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Bill of Materials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2487168"/>
          <a:ext cx="3566160" cy="1901952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109728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D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D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D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DevKit V1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SSD1306 (0.96")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Ultrasonic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MG996R Servo Motor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Buttons (4×)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Li-ion Battery + Case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 + PCB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+ Container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EA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5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109728" y="4480560"/>
            <a:ext cx="356616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1168" y="450799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Selling Price:  ₹ 3,000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9728" y="4956048"/>
            <a:ext cx="356616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2880" y="49743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Customers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9728" y="5230368"/>
            <a:ext cx="3566160" cy="1517904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1168" y="5285232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🐶  Pet Owners (Busy Professionals)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Frequent Travelers / WFH Workers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Smart Home Enthusiasts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Dog/Cat Breeders &amp; Kennels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Pet Clinics &amp; Shelters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794760" y="749808"/>
            <a:ext cx="44805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67912" y="76809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Live at the Exhibition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042416"/>
            <a:ext cx="4480560" cy="25146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794760" y="3566160"/>
            <a:ext cx="896112" cy="658368"/>
          </a:xfrm>
          <a:prstGeom prst="rect">
            <a:avLst/>
          </a:prstGeom>
          <a:solidFill>
            <a:srgbClr val="0A335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813048" y="3584448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690872" y="3566160"/>
            <a:ext cx="896112" cy="658368"/>
          </a:xfrm>
          <a:prstGeom prst="rect">
            <a:avLst/>
          </a:prstGeom>
          <a:solidFill>
            <a:srgbClr val="0C2E4A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09160" y="3584448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586984" y="3566160"/>
            <a:ext cx="896112" cy="658368"/>
          </a:xfrm>
          <a:prstGeom prst="rect">
            <a:avLst/>
          </a:prstGeom>
          <a:solidFill>
            <a:srgbClr val="0A335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605272" y="3584448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Level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6483096" y="3566160"/>
            <a:ext cx="896112" cy="658368"/>
          </a:xfrm>
          <a:prstGeom prst="rect">
            <a:avLst/>
          </a:prstGeom>
          <a:solidFill>
            <a:srgbClr val="0C2E4A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01384" y="3584448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7379208" y="3566160"/>
            <a:ext cx="896112" cy="658368"/>
          </a:xfrm>
          <a:prstGeom prst="rect">
            <a:avLst/>
          </a:prstGeom>
          <a:solidFill>
            <a:srgbClr val="0A335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397496" y="3584448"/>
            <a:ext cx="859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3794760" y="4315968"/>
            <a:ext cx="448056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867912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How It Works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794760" y="4663440"/>
            <a:ext cx="2176272" cy="621792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849624" y="477316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849624" y="4773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178808" y="471830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On: </a:t>
            </a:r>
            <a:pPr indent="0" marL="0">
              <a:buNone/>
            </a:pPr>
            <a:r>
              <a:rPr lang="en-US" sz="7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boots, connects to WiFi &amp; Blynk cloud automatically.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6035040" y="4663440"/>
            <a:ext cx="2176272" cy="621792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089904" y="477316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089904" y="4773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419088" y="471830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Startup: </a:t>
            </a:r>
            <a:pPr indent="0" marL="0">
              <a:buNone/>
            </a:pPr>
            <a:r>
              <a:rPr lang="en-US" sz="7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time, next feed schedule, food level &amp; last feed info.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3794760" y="5321808"/>
            <a:ext cx="2176272" cy="621792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849624" y="543153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849624" y="5431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178808" y="537667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Schedule/Manual: </a:t>
            </a:r>
            <a:pPr indent="0" marL="0">
              <a:buNone/>
            </a:pPr>
            <a:r>
              <a:rPr lang="en-US" sz="7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morning/afternoon/evening feeds via Blynk or 4 push buttons.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6035040" y="5321808"/>
            <a:ext cx="2176272" cy="621792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089904" y="543153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089904" y="5431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6419088" y="537667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Dispensing: </a:t>
            </a:r>
            <a:pPr indent="0" marL="0">
              <a:buNone/>
            </a:pPr>
            <a:r>
              <a:rPr lang="en-US" sz="7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MG996R servo rotates to open gate and dispenses set portion.</a:t>
            </a:r>
            <a:endParaRPr lang="en-US" sz="750" dirty="0"/>
          </a:p>
        </p:txBody>
      </p:sp>
      <p:sp>
        <p:nvSpPr>
          <p:cNvPr id="54" name="Shape 50"/>
          <p:cNvSpPr/>
          <p:nvPr/>
        </p:nvSpPr>
        <p:spPr>
          <a:xfrm>
            <a:off x="3794760" y="5980176"/>
            <a:ext cx="2176272" cy="621792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849624" y="60899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849624" y="6089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4178808" y="603504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Sensing: </a:t>
            </a:r>
            <a:pPr indent="0" marL="0">
              <a:buNone/>
            </a:pPr>
            <a:r>
              <a:rPr lang="en-US" sz="7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measures food level; OLED shows real-time status.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6035040" y="5980176"/>
            <a:ext cx="2176272" cy="621792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089904" y="60899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089904" y="6089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6419088" y="603504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Control: </a:t>
            </a:r>
            <a:pPr indent="0" marL="0">
              <a:buNone/>
            </a:pPr>
            <a:r>
              <a:rPr lang="en-US" sz="7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'Feed Now' on Blynk app triggers instant dispensing from anywhere.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8412480" y="749808"/>
            <a:ext cx="35661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485632" y="7680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Blynk App Dashboard</a:t>
            </a:r>
            <a:endParaRPr lang="en-US" sz="1000" dirty="0"/>
          </a:p>
        </p:txBody>
      </p:sp>
      <p:pic>
        <p:nvPicPr>
          <p:cNvPr id="6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042416"/>
            <a:ext cx="1920240" cy="4133088"/>
          </a:xfrm>
          <a:prstGeom prst="rect">
            <a:avLst/>
          </a:prstGeom>
        </p:spPr>
      </p:pic>
      <p:sp>
        <p:nvSpPr>
          <p:cNvPr id="65" name="Shape 60"/>
          <p:cNvSpPr/>
          <p:nvPr/>
        </p:nvSpPr>
        <p:spPr>
          <a:xfrm>
            <a:off x="8412480" y="5230368"/>
            <a:ext cx="356616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8485632" y="524865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System Block Diagram</a:t>
            </a:r>
            <a:endParaRPr lang="en-US" sz="1000" dirty="0"/>
          </a:p>
        </p:txBody>
      </p:sp>
      <p:sp>
        <p:nvSpPr>
          <p:cNvPr id="67" name="Shape 62"/>
          <p:cNvSpPr/>
          <p:nvPr/>
        </p:nvSpPr>
        <p:spPr>
          <a:xfrm>
            <a:off x="8412480" y="5504688"/>
            <a:ext cx="3566160" cy="1152144"/>
          </a:xfrm>
          <a:prstGeom prst="rect">
            <a:avLst/>
          </a:prstGeom>
          <a:solidFill>
            <a:srgbClr val="1A2F45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9418320" y="5550408"/>
            <a:ext cx="1554480" cy="237744"/>
          </a:xfrm>
          <a:prstGeom prst="rect">
            <a:avLst/>
          </a:prstGeom>
          <a:solidFill>
            <a:srgbClr val="00649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9418320" y="555040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Blynk App (Cloud)</a:t>
            </a:r>
            <a:endParaRPr lang="en-US" sz="700" dirty="0"/>
          </a:p>
        </p:txBody>
      </p:sp>
      <p:sp>
        <p:nvSpPr>
          <p:cNvPr id="70" name="Shape 65"/>
          <p:cNvSpPr/>
          <p:nvPr/>
        </p:nvSpPr>
        <p:spPr>
          <a:xfrm>
            <a:off x="10195560" y="5788152"/>
            <a:ext cx="0" cy="14630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9326880" y="5943600"/>
            <a:ext cx="1737360" cy="237744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9326880" y="59436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ESP32 DevKit V1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10195560" y="6181344"/>
            <a:ext cx="0" cy="12801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458200" y="6318504"/>
            <a:ext cx="1097280" cy="237744"/>
          </a:xfrm>
          <a:prstGeom prst="rect">
            <a:avLst/>
          </a:prstGeom>
          <a:solidFill>
            <a:srgbClr val="0A335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8458200" y="63185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650" dirty="0"/>
          </a:p>
        </p:txBody>
      </p:sp>
      <p:sp>
        <p:nvSpPr>
          <p:cNvPr id="76" name="Shape 71"/>
          <p:cNvSpPr/>
          <p:nvPr/>
        </p:nvSpPr>
        <p:spPr>
          <a:xfrm>
            <a:off x="9601200" y="6318504"/>
            <a:ext cx="1097280" cy="237744"/>
          </a:xfrm>
          <a:prstGeom prst="rect">
            <a:avLst/>
          </a:prstGeom>
          <a:solidFill>
            <a:srgbClr val="0A335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9601200" y="63185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Level</a:t>
            </a:r>
            <a:endParaRPr lang="en-US" sz="650" dirty="0"/>
          </a:p>
        </p:txBody>
      </p:sp>
      <p:sp>
        <p:nvSpPr>
          <p:cNvPr id="78" name="Shape 73"/>
          <p:cNvSpPr/>
          <p:nvPr/>
        </p:nvSpPr>
        <p:spPr>
          <a:xfrm>
            <a:off x="10744200" y="6318504"/>
            <a:ext cx="1097280" cy="237744"/>
          </a:xfrm>
          <a:prstGeom prst="rect">
            <a:avLst/>
          </a:prstGeom>
          <a:solidFill>
            <a:srgbClr val="0A335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10744200" y="63185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MG996R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</a:t>
            </a:r>
            <a:endParaRPr lang="en-US" sz="650" dirty="0"/>
          </a:p>
        </p:txBody>
      </p:sp>
      <p:sp>
        <p:nvSpPr>
          <p:cNvPr id="80" name="Shape 75"/>
          <p:cNvSpPr/>
          <p:nvPr/>
        </p:nvSpPr>
        <p:spPr>
          <a:xfrm>
            <a:off x="8823960" y="6583680"/>
            <a:ext cx="2743200" cy="201168"/>
          </a:xfrm>
          <a:prstGeom prst="rect">
            <a:avLst/>
          </a:prstGeom>
          <a:solidFill>
            <a:srgbClr val="1A0A0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8823960" y="6583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 4× Manual Push Buttons (Manual Override)</a:t>
            </a:r>
            <a:endParaRPr lang="en-US" sz="650" dirty="0"/>
          </a:p>
        </p:txBody>
      </p:sp>
      <p:sp>
        <p:nvSpPr>
          <p:cNvPr id="82" name="Shape 77"/>
          <p:cNvSpPr/>
          <p:nvPr/>
        </p:nvSpPr>
        <p:spPr>
          <a:xfrm>
            <a:off x="0" y="6656832"/>
            <a:ext cx="1216152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0" y="6665976"/>
            <a:ext cx="2026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Control from Anywhere via Blynk</a:t>
            </a:r>
            <a:endParaRPr lang="en-US" sz="750" dirty="0"/>
          </a:p>
        </p:txBody>
      </p:sp>
      <p:sp>
        <p:nvSpPr>
          <p:cNvPr id="84" name="Shape 79"/>
          <p:cNvSpPr/>
          <p:nvPr/>
        </p:nvSpPr>
        <p:spPr>
          <a:xfrm>
            <a:off x="2026920" y="6693408"/>
            <a:ext cx="0" cy="201168"/>
          </a:xfrm>
          <a:prstGeom prst="line">
            <a:avLst/>
          </a:prstGeom>
          <a:noFill/>
          <a:ln w="8890">
            <a:solidFill>
              <a:srgbClr val="005577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2026920" y="6665976"/>
            <a:ext cx="2026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3× Daily Auto-Scheduling</a:t>
            </a:r>
            <a:endParaRPr lang="en-US" sz="750" dirty="0"/>
          </a:p>
        </p:txBody>
      </p:sp>
      <p:sp>
        <p:nvSpPr>
          <p:cNvPr id="86" name="Shape 81"/>
          <p:cNvSpPr/>
          <p:nvPr/>
        </p:nvSpPr>
        <p:spPr>
          <a:xfrm>
            <a:off x="4053840" y="6693408"/>
            <a:ext cx="0" cy="201168"/>
          </a:xfrm>
          <a:prstGeom prst="line">
            <a:avLst/>
          </a:prstGeom>
          <a:noFill/>
          <a:ln w="8890">
            <a:solidFill>
              <a:srgbClr val="005577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4053840" y="6665976"/>
            <a:ext cx="2026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Real-Time Food Level (Ultrasonic)</a:t>
            </a:r>
            <a:endParaRPr lang="en-US" sz="750" dirty="0"/>
          </a:p>
        </p:txBody>
      </p:sp>
      <p:sp>
        <p:nvSpPr>
          <p:cNvPr id="88" name="Shape 83"/>
          <p:cNvSpPr/>
          <p:nvPr/>
        </p:nvSpPr>
        <p:spPr>
          <a:xfrm>
            <a:off x="6080760" y="6693408"/>
            <a:ext cx="0" cy="201168"/>
          </a:xfrm>
          <a:prstGeom prst="line">
            <a:avLst/>
          </a:prstGeom>
          <a:noFill/>
          <a:ln w="8890">
            <a:solidFill>
              <a:srgbClr val="005577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6080760" y="6665976"/>
            <a:ext cx="2026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OLED: Feed Time + Level Display</a:t>
            </a:r>
            <a:endParaRPr lang="en-US" sz="750" dirty="0"/>
          </a:p>
        </p:txBody>
      </p:sp>
      <p:sp>
        <p:nvSpPr>
          <p:cNvPr id="90" name="Shape 85"/>
          <p:cNvSpPr/>
          <p:nvPr/>
        </p:nvSpPr>
        <p:spPr>
          <a:xfrm>
            <a:off x="8107680" y="6693408"/>
            <a:ext cx="0" cy="201168"/>
          </a:xfrm>
          <a:prstGeom prst="line">
            <a:avLst/>
          </a:prstGeom>
          <a:noFill/>
          <a:ln w="8890">
            <a:solidFill>
              <a:srgbClr val="005577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8107680" y="6665976"/>
            <a:ext cx="2026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  Manual Override Buttons</a:t>
            </a:r>
            <a:endParaRPr lang="en-US" sz="750" dirty="0"/>
          </a:p>
        </p:txBody>
      </p:sp>
      <p:sp>
        <p:nvSpPr>
          <p:cNvPr id="92" name="Shape 87"/>
          <p:cNvSpPr/>
          <p:nvPr/>
        </p:nvSpPr>
        <p:spPr>
          <a:xfrm>
            <a:off x="10134600" y="6693408"/>
            <a:ext cx="0" cy="201168"/>
          </a:xfrm>
          <a:prstGeom prst="line">
            <a:avLst/>
          </a:prstGeom>
          <a:noFill/>
          <a:ln w="8890">
            <a:solidFill>
              <a:srgbClr val="005577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10134600" y="6665976"/>
            <a:ext cx="2026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WiFi-Enabled ESP32 DevKit V1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2026-03-29T05:43:33Z</dcterms:created>
  <dcterms:modified xsi:type="dcterms:W3CDTF">2026-03-29T05:43:33Z</dcterms:modified>
</cp:coreProperties>
</file>